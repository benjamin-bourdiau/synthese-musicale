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" charset="1" panose="020B06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17173" y="4377893"/>
            <a:ext cx="122678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droits d’un jeune diplômé en CDD ou CDI : pièges à éviter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96773" y="5262041"/>
            <a:ext cx="101086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Présenté par Bourdiau Benjamin &amp; Pruvost Fabien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5264" y="9610157"/>
            <a:ext cx="560963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Enseignante : Mme.Brissard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142187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3028" r="0" b="-63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9469" y="3234148"/>
            <a:ext cx="11263042" cy="466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1- Présentation des contrats &amp; des droits du travail</a:t>
            </a:r>
          </a:p>
          <a:p>
            <a:pPr algn="l">
              <a:lnSpc>
                <a:spcPts val="6160"/>
              </a:lnSpc>
            </a:pP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2 - Comparatifs en fonction de l’ancienneté</a:t>
            </a:r>
          </a:p>
          <a:p>
            <a:pPr algn="l">
              <a:lnSpc>
                <a:spcPts val="6160"/>
              </a:lnSpc>
            </a:pPr>
          </a:p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3 - Comportement à adopter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21828"/>
            <a:ext cx="2971324" cy="75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4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ommaire :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99326">
            <a:off x="196465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3107" y="618001"/>
            <a:ext cx="1003673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Présentation générale du CDD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089400"/>
            <a:ext cx="1003673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durée : défini ( 18 mois maximum , renouvelable 2 fois )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321018" y="2682696"/>
            <a:ext cx="7356243" cy="5899198"/>
          </a:xfrm>
          <a:custGeom>
            <a:avLst/>
            <a:gdLst/>
            <a:ahLst/>
            <a:cxnLst/>
            <a:rect r="r" b="b" t="t" l="l"/>
            <a:pathLst>
              <a:path h="5899198" w="7356243">
                <a:moveTo>
                  <a:pt x="0" y="0"/>
                </a:moveTo>
                <a:lnTo>
                  <a:pt x="7356243" y="0"/>
                </a:lnTo>
                <a:lnTo>
                  <a:pt x="7356243" y="5899197"/>
                </a:lnTo>
                <a:lnTo>
                  <a:pt x="0" y="5899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407" t="0" r="-2501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142187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028" r="0" b="-6338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99326">
            <a:off x="1868309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31425" y="3127106"/>
            <a:ext cx="7391463" cy="4900862"/>
          </a:xfrm>
          <a:custGeom>
            <a:avLst/>
            <a:gdLst/>
            <a:ahLst/>
            <a:cxnLst/>
            <a:rect r="r" b="b" t="t" l="l"/>
            <a:pathLst>
              <a:path h="4900862" w="7391463">
                <a:moveTo>
                  <a:pt x="0" y="0"/>
                </a:moveTo>
                <a:lnTo>
                  <a:pt x="7391463" y="0"/>
                </a:lnTo>
                <a:lnTo>
                  <a:pt x="7391463" y="4900861"/>
                </a:lnTo>
                <a:lnTo>
                  <a:pt x="0" y="4900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50212" y="490220"/>
            <a:ext cx="1323391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Quels sont les droits du travail en CDD 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9142187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028" r="0" b="-6338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99326">
            <a:off x="3315096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53162" y="2918273"/>
            <a:ext cx="5339376" cy="5029317"/>
            <a:chOff x="0" y="0"/>
            <a:chExt cx="7119168" cy="6705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05756" cy="6705756"/>
            </a:xfrm>
            <a:custGeom>
              <a:avLst/>
              <a:gdLst/>
              <a:ahLst/>
              <a:cxnLst/>
              <a:rect r="r" b="b" t="t" l="l"/>
              <a:pathLst>
                <a:path h="6705756" w="6705756">
                  <a:moveTo>
                    <a:pt x="0" y="0"/>
                  </a:moveTo>
                  <a:lnTo>
                    <a:pt x="6705756" y="0"/>
                  </a:lnTo>
                  <a:lnTo>
                    <a:pt x="6705756" y="6705756"/>
                  </a:lnTo>
                  <a:lnTo>
                    <a:pt x="0" y="6705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804573">
              <a:off x="4916476" y="2797517"/>
              <a:ext cx="2061985" cy="1455863"/>
            </a:xfrm>
            <a:custGeom>
              <a:avLst/>
              <a:gdLst/>
              <a:ahLst/>
              <a:cxnLst/>
              <a:rect r="r" b="b" t="t" l="l"/>
              <a:pathLst>
                <a:path h="1455863" w="2061985">
                  <a:moveTo>
                    <a:pt x="0" y="0"/>
                  </a:moveTo>
                  <a:lnTo>
                    <a:pt x="2061985" y="0"/>
                  </a:lnTo>
                  <a:lnTo>
                    <a:pt x="2061985" y="1455863"/>
                  </a:lnTo>
                  <a:lnTo>
                    <a:pt x="0" y="1455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587" t="-7574" r="0" b="-202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174182" y="2918273"/>
            <a:ext cx="419918" cy="5029317"/>
            <a:chOff x="0" y="0"/>
            <a:chExt cx="110596" cy="13245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596" cy="1324594"/>
            </a:xfrm>
            <a:custGeom>
              <a:avLst/>
              <a:gdLst/>
              <a:ahLst/>
              <a:cxnLst/>
              <a:rect r="r" b="b" t="t" l="l"/>
              <a:pathLst>
                <a:path h="1324594" w="110596">
                  <a:moveTo>
                    <a:pt x="0" y="0"/>
                  </a:moveTo>
                  <a:lnTo>
                    <a:pt x="110596" y="0"/>
                  </a:lnTo>
                  <a:lnTo>
                    <a:pt x="110596" y="1324594"/>
                  </a:lnTo>
                  <a:lnTo>
                    <a:pt x="0" y="13245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0596" cy="1372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73186" y="618001"/>
            <a:ext cx="9716571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Présentation générale du CDI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9142187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93028" r="0" b="-6338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99326">
            <a:off x="5067317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88203" y="482751"/>
            <a:ext cx="1546489" cy="1091897"/>
          </a:xfrm>
          <a:custGeom>
            <a:avLst/>
            <a:gdLst/>
            <a:ahLst/>
            <a:cxnLst/>
            <a:rect r="r" b="b" t="t" l="l"/>
            <a:pathLst>
              <a:path h="1091897" w="1546489">
                <a:moveTo>
                  <a:pt x="0" y="0"/>
                </a:moveTo>
                <a:lnTo>
                  <a:pt x="1546488" y="0"/>
                </a:lnTo>
                <a:lnTo>
                  <a:pt x="1546488" y="1091898"/>
                </a:lnTo>
                <a:lnTo>
                  <a:pt x="0" y="109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-35587" t="-7574" r="0" b="-2021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91172" y="2643309"/>
            <a:ext cx="6940549" cy="6498878"/>
          </a:xfrm>
          <a:custGeom>
            <a:avLst/>
            <a:gdLst/>
            <a:ahLst/>
            <a:cxnLst/>
            <a:rect r="r" b="b" t="t" l="l"/>
            <a:pathLst>
              <a:path h="6498878" w="6940549">
                <a:moveTo>
                  <a:pt x="0" y="0"/>
                </a:moveTo>
                <a:lnTo>
                  <a:pt x="6940550" y="0"/>
                </a:lnTo>
                <a:lnTo>
                  <a:pt x="6940550" y="6498878"/>
                </a:lnTo>
                <a:lnTo>
                  <a:pt x="0" y="6498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10292" y="490220"/>
            <a:ext cx="1291375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Quels sont les droits du travail en CDI 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9142187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93028" r="0" b="-6338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99326">
            <a:off x="7221423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09140" y="3178568"/>
            <a:ext cx="835152" cy="13789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45120" y="813549"/>
            <a:ext cx="13368933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Différences en CDD en fonction de l’ancienneté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9132662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3028" r="0" b="-633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99326">
            <a:off x="10468658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89090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04573">
            <a:off x="15840518" y="5016411"/>
            <a:ext cx="1546489" cy="1091897"/>
          </a:xfrm>
          <a:custGeom>
            <a:avLst/>
            <a:gdLst/>
            <a:ahLst/>
            <a:cxnLst/>
            <a:rect r="r" b="b" t="t" l="l"/>
            <a:pathLst>
              <a:path h="1091897" w="1546489">
                <a:moveTo>
                  <a:pt x="0" y="0"/>
                </a:moveTo>
                <a:lnTo>
                  <a:pt x="1546489" y="0"/>
                </a:lnTo>
                <a:lnTo>
                  <a:pt x="1546489" y="1091897"/>
                </a:lnTo>
                <a:lnTo>
                  <a:pt x="0" y="1091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587" t="-7574" r="0" b="-2021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27715" y="813549"/>
            <a:ext cx="12803743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Différence en CDI en fonction de l’ancienneté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9142187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028" r="0" b="-6338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99326">
            <a:off x="12606688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42257" y="2312961"/>
            <a:ext cx="5040346" cy="5196233"/>
          </a:xfrm>
          <a:custGeom>
            <a:avLst/>
            <a:gdLst/>
            <a:ahLst/>
            <a:cxnLst/>
            <a:rect r="r" b="b" t="t" l="l"/>
            <a:pathLst>
              <a:path h="5196233" w="5040346">
                <a:moveTo>
                  <a:pt x="0" y="0"/>
                </a:moveTo>
                <a:lnTo>
                  <a:pt x="5040346" y="0"/>
                </a:lnTo>
                <a:lnTo>
                  <a:pt x="5040346" y="5196233"/>
                </a:lnTo>
                <a:lnTo>
                  <a:pt x="0" y="5196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48379" y="313390"/>
            <a:ext cx="6748225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Erreur à ne pas faire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9142187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028" r="0" b="-6338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99326">
            <a:off x="14262456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3989" y="1975377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2" y="0"/>
                </a:lnTo>
                <a:lnTo>
                  <a:pt x="9200972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03989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142187"/>
            <a:ext cx="18288000" cy="1144813"/>
          </a:xfrm>
          <a:custGeom>
            <a:avLst/>
            <a:gdLst/>
            <a:ahLst/>
            <a:cxnLst/>
            <a:rect r="r" b="b" t="t" l="l"/>
            <a:pathLst>
              <a:path h="1144813" w="18288000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3028" r="0" b="-633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99326">
            <a:off x="17006808" y="7946303"/>
            <a:ext cx="1086008" cy="1180444"/>
          </a:xfrm>
          <a:custGeom>
            <a:avLst/>
            <a:gdLst/>
            <a:ahLst/>
            <a:cxnLst/>
            <a:rect r="r" b="b" t="t" l="l"/>
            <a:pathLst>
              <a:path h="1180444" w="1086008">
                <a:moveTo>
                  <a:pt x="1086009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9" y="1180444"/>
                </a:lnTo>
                <a:lnTo>
                  <a:pt x="108600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13030" y="0"/>
            <a:ext cx="2584011" cy="2312961"/>
          </a:xfrm>
          <a:custGeom>
            <a:avLst/>
            <a:gdLst/>
            <a:ahLst/>
            <a:cxnLst/>
            <a:rect r="r" b="b" t="t" l="l"/>
            <a:pathLst>
              <a:path h="2312961" w="258401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19701" y="490220"/>
            <a:ext cx="262354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Sources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39860" y="5442297"/>
            <a:ext cx="2087152" cy="3446053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064844" y="842211"/>
            <a:ext cx="9016492" cy="871285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DAHKBbJRLg4</dc:identifier>
  <dcterms:modified xsi:type="dcterms:W3CDTF">2011-08-01T06:04:30Z</dcterms:modified>
  <cp:revision>1</cp:revision>
  <dc:title>. Les droits d’un jeune diplômé en CDD ou CDI : pièges à éviter</dc:title>
</cp:coreProperties>
</file>